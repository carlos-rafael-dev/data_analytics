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734E"/>
    <a:srgbClr val="DCD294"/>
    <a:srgbClr val="451C06"/>
    <a:srgbClr val="D12324"/>
    <a:srgbClr val="F5E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36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23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52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8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10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26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34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21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48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69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5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87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60D5A-9BAF-443B-B363-3F53CF9711D4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33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de cantos arredondados 4"/>
          <p:cNvSpPr/>
          <p:nvPr/>
        </p:nvSpPr>
        <p:spPr>
          <a:xfrm>
            <a:off x="1379913" y="0"/>
            <a:ext cx="10812087" cy="673097"/>
          </a:xfrm>
          <a:prstGeom prst="roundRect">
            <a:avLst>
              <a:gd name="adj" fmla="val 0"/>
            </a:avLst>
          </a:prstGeom>
          <a:solidFill>
            <a:srgbClr val="451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rgbClr val="DCD294"/>
                </a:solidFill>
                <a:latin typeface="Elephant" panose="02020904090505020303" pitchFamily="18" charset="0"/>
              </a:rPr>
              <a:t>DASHBOARD MAVEN ROASTERS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-431646" y="0"/>
            <a:ext cx="2302780" cy="6858000"/>
          </a:xfrm>
          <a:prstGeom prst="roundRect">
            <a:avLst>
              <a:gd name="adj" fmla="val 17771"/>
            </a:avLst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2167467" y="846662"/>
            <a:ext cx="2252134" cy="812797"/>
          </a:xfrm>
          <a:prstGeom prst="roundRect">
            <a:avLst>
              <a:gd name="adj" fmla="val 25781"/>
            </a:avLst>
          </a:prstGeom>
          <a:solidFill>
            <a:srgbClr val="DCD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2167467" y="1866897"/>
            <a:ext cx="2252134" cy="812797"/>
          </a:xfrm>
          <a:prstGeom prst="roundRect">
            <a:avLst>
              <a:gd name="adj" fmla="val 24609"/>
            </a:avLst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2167467" y="2887132"/>
            <a:ext cx="2252134" cy="821265"/>
          </a:xfrm>
          <a:prstGeom prst="roundRect">
            <a:avLst>
              <a:gd name="adj" fmla="val 19717"/>
            </a:avLst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4665134" y="846663"/>
            <a:ext cx="3428999" cy="2861735"/>
          </a:xfrm>
          <a:prstGeom prst="roundRect">
            <a:avLst>
              <a:gd name="adj" fmla="val 3462"/>
            </a:avLst>
          </a:prstGeom>
          <a:solidFill>
            <a:srgbClr val="F5EB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/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8339666" y="846662"/>
            <a:ext cx="3505199" cy="2861735"/>
          </a:xfrm>
          <a:prstGeom prst="roundRect">
            <a:avLst>
              <a:gd name="adj" fmla="val 2757"/>
            </a:avLst>
          </a:prstGeom>
          <a:solidFill>
            <a:srgbClr val="F5EB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2167467" y="3996267"/>
            <a:ext cx="5926666" cy="2713565"/>
          </a:xfrm>
          <a:prstGeom prst="roundRect">
            <a:avLst>
              <a:gd name="adj" fmla="val 3932"/>
            </a:avLst>
          </a:prstGeom>
          <a:solidFill>
            <a:srgbClr val="F5EB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     </a:t>
            </a:r>
            <a:endParaRPr lang="pt-BR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8339665" y="3996267"/>
            <a:ext cx="3505199" cy="2713565"/>
          </a:xfrm>
          <a:prstGeom prst="roundRect">
            <a:avLst>
              <a:gd name="adj" fmla="val 2647"/>
            </a:avLst>
          </a:prstGeom>
          <a:solidFill>
            <a:srgbClr val="F5EB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2626361" y="864377"/>
            <a:ext cx="1648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Receita Total</a:t>
            </a:r>
            <a:endParaRPr lang="pt-BR" sz="16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675468" y="1903963"/>
            <a:ext cx="1439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Transições</a:t>
            </a:r>
            <a:endParaRPr lang="pt-BR" sz="16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626361" y="2913918"/>
            <a:ext cx="1488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Ticket Médio</a:t>
            </a:r>
            <a:endParaRPr lang="pt-BR" sz="16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747402" y="876168"/>
            <a:ext cx="1957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Receita por Loja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8490064" y="895154"/>
            <a:ext cx="2850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Categoria mais vendida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305786" y="4032354"/>
            <a:ext cx="2850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Receita por Mês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8490064" y="4032354"/>
            <a:ext cx="3079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Volume de Vendas por Dia Semana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949" y="789518"/>
            <a:ext cx="481079" cy="481079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25" y="1775880"/>
            <a:ext cx="558801" cy="558801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983" y="2770711"/>
            <a:ext cx="540943" cy="540943"/>
          </a:xfrm>
          <a:prstGeom prst="rect">
            <a:avLst/>
          </a:prstGeom>
        </p:spPr>
      </p:pic>
      <p:sp>
        <p:nvSpPr>
          <p:cNvPr id="26" name="CaixaDeTexto 25"/>
          <p:cNvSpPr txBox="1"/>
          <p:nvPr/>
        </p:nvSpPr>
        <p:spPr>
          <a:xfrm>
            <a:off x="570897" y="69992"/>
            <a:ext cx="130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 smtClean="0">
                <a:latin typeface="Broadway" panose="04040905080B02020502" pitchFamily="82" charset="0"/>
              </a:rPr>
              <a:t>Maven</a:t>
            </a:r>
            <a:endParaRPr lang="pt-BR" sz="2400" dirty="0">
              <a:latin typeface="Broadway" panose="04040905080B02020502" pitchFamily="82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96" y="139746"/>
            <a:ext cx="444597" cy="444597"/>
          </a:xfrm>
          <a:prstGeom prst="rect">
            <a:avLst/>
          </a:prstGeom>
        </p:spPr>
      </p:pic>
      <p:sp>
        <p:nvSpPr>
          <p:cNvPr id="28" name="Retângulo 27"/>
          <p:cNvSpPr/>
          <p:nvPr/>
        </p:nvSpPr>
        <p:spPr>
          <a:xfrm>
            <a:off x="575158" y="336548"/>
            <a:ext cx="1235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 smtClean="0">
                <a:latin typeface="Broadway" panose="04040905080B02020502" pitchFamily="82" charset="0"/>
              </a:rPr>
              <a:t>Roasters</a:t>
            </a:r>
            <a:endParaRPr lang="pt-BR" dirty="0">
              <a:latin typeface="Broadway" panose="04040905080B02020502" pitchFamily="82" charset="0"/>
            </a:endParaRP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920" y="1693306"/>
            <a:ext cx="2133294" cy="2133294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570" y="1693306"/>
            <a:ext cx="2133294" cy="2133294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839" y="4718281"/>
            <a:ext cx="2133294" cy="2133294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570" y="4696516"/>
            <a:ext cx="2133294" cy="21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171575" y="542926"/>
            <a:ext cx="2762250" cy="800100"/>
          </a:xfrm>
          <a:prstGeom prst="rect">
            <a:avLst/>
          </a:prstGeom>
          <a:solidFill>
            <a:srgbClr val="AD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171575" y="1609725"/>
            <a:ext cx="2762250" cy="1019175"/>
          </a:xfrm>
          <a:prstGeom prst="rect">
            <a:avLst/>
          </a:prstGeom>
          <a:solidFill>
            <a:srgbClr val="451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171575" y="2895599"/>
            <a:ext cx="2762250" cy="1019175"/>
          </a:xfrm>
          <a:prstGeom prst="rect">
            <a:avLst/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1171575" y="4181473"/>
            <a:ext cx="2762250" cy="1019175"/>
          </a:xfrm>
          <a:prstGeom prst="rect">
            <a:avLst/>
          </a:prstGeom>
          <a:solidFill>
            <a:srgbClr val="D123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71575" y="5467347"/>
            <a:ext cx="2762250" cy="1019175"/>
          </a:xfrm>
          <a:prstGeom prst="rect">
            <a:avLst/>
          </a:prstGeom>
          <a:solidFill>
            <a:srgbClr val="DCD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946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26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Bahnschrift</vt:lpstr>
      <vt:lpstr>Broadway</vt:lpstr>
      <vt:lpstr>Calibri</vt:lpstr>
      <vt:lpstr>Calibri Light</vt:lpstr>
      <vt:lpstr>Elephant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</dc:creator>
  <cp:lastModifiedBy>Rafael</cp:lastModifiedBy>
  <cp:revision>8</cp:revision>
  <dcterms:created xsi:type="dcterms:W3CDTF">2025-10-29T17:53:03Z</dcterms:created>
  <dcterms:modified xsi:type="dcterms:W3CDTF">2025-10-29T19:00:36Z</dcterms:modified>
</cp:coreProperties>
</file>